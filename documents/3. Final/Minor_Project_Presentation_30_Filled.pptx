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60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1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832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51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7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480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68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14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648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80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3016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43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77114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52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56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2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178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Intelligent Ranking &amp; Chat System for Property Rental</a:t>
            </a:r>
          </a:p>
          <a:p>
            <a:r>
              <a:t>Minor Project Presentation</a:t>
            </a:r>
          </a:p>
          <a:p>
            <a:r>
              <a:t>Team Members: Akshat, Khushal, Pankaj, Raghav</a:t>
            </a:r>
          </a:p>
          <a:p>
            <a:r>
              <a:t>Guided by: Ms. Apurva Jain</a:t>
            </a:r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r>
              <a:t>Introduction &amp; Background</a:t>
            </a:r>
          </a:p>
          <a:p>
            <a:r>
              <a:t>Problem Statement</a:t>
            </a:r>
          </a:p>
          <a:p>
            <a:r>
              <a:t>Objectives &amp; Scope</a:t>
            </a:r>
          </a:p>
          <a:p>
            <a:r>
              <a:t>System Analysis</a:t>
            </a:r>
          </a:p>
          <a:p>
            <a:r>
              <a:t>Architecture &amp; Design</a:t>
            </a:r>
          </a:p>
          <a:p>
            <a:r>
              <a:t>AI Ranking Engine</a:t>
            </a:r>
          </a:p>
          <a:p>
            <a:r>
              <a:t>Chat System</a:t>
            </a:r>
          </a:p>
          <a:p>
            <a:r>
              <a:t>Implementation</a:t>
            </a:r>
          </a:p>
          <a:p>
            <a:r>
              <a:t>Testing</a:t>
            </a:r>
          </a:p>
          <a:p>
            <a:r>
              <a:t>Conclusion &amp; Future Scope</a:t>
            </a: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– Rental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/>
              <a:t>Urban migration increases competition for rental spaces.</a:t>
            </a:r>
          </a:p>
          <a:p>
            <a:r>
              <a:rPr dirty="0"/>
              <a:t>Users struggle with large amounts of unverified, outdated listings.</a:t>
            </a:r>
          </a:p>
          <a:p>
            <a:r>
              <a:rPr dirty="0"/>
              <a:t>Manual comparison takes time and often leads to poor decisions.</a:t>
            </a:r>
          </a:p>
          <a:p>
            <a:r>
              <a:rPr dirty="0"/>
              <a:t>Technology can streamline the process with intelligent automation.</a:t>
            </a: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– Market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Existing platforms rely only on static filters such as location or rent.</a:t>
            </a:r>
          </a:p>
          <a:p>
            <a:r>
              <a:t>They do not analyze user behavior, preferences, or sentiment.</a:t>
            </a:r>
          </a:p>
          <a:p>
            <a:r>
              <a:t>Users require personalized and adaptive recommendations, not generic lists.</a:t>
            </a: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Statement – Platform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Current rental platforms lack real-time verification.</a:t>
            </a:r>
          </a:p>
          <a:p>
            <a:r>
              <a:t>Generic search results often mismatch user preferences.</a:t>
            </a:r>
          </a:p>
          <a:p>
            <a:r>
              <a:t>Listings may be fraudulent, poorly maintained, or misleading.</a:t>
            </a: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Statement – User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Users repeat filters manually for every search.</a:t>
            </a:r>
          </a:p>
          <a:p>
            <a:r>
              <a:t>Communication occurs outside platforms—difficult to track.</a:t>
            </a:r>
          </a:p>
          <a:p>
            <a:r>
              <a:t>No automated ranking based on feedback or interaction data.</a:t>
            </a:r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– Core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Develop an intelligent rental platform improving trust &amp; personalization.</a:t>
            </a:r>
          </a:p>
          <a:p>
            <a:r>
              <a:t>Use machine learning to deliver dynamic ranking of properties.</a:t>
            </a:r>
          </a:p>
          <a:p>
            <a:r>
              <a:t>Integrate verified listings with easy, secure chat communication.</a:t>
            </a:r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– Functional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Provide personalized recommendations using sentiment analysis.</a:t>
            </a:r>
          </a:p>
          <a:p>
            <a:r>
              <a:t>Enable real-time chat with message history and secure login.</a:t>
            </a:r>
          </a:p>
          <a:p>
            <a:r>
              <a:t>Allow property owners to manage listings and verification details.</a:t>
            </a:r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Scope – User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Students, professionals seeking rentals, PG residents.</a:t>
            </a:r>
          </a:p>
          <a:p>
            <a:r>
              <a:t>Landlords and property managers maintaining rental listings.</a:t>
            </a:r>
          </a:p>
          <a:p>
            <a:r>
              <a:t>Platform admins verifying documents and monitoring activity.</a:t>
            </a:r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Scope – 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AI-based ranking, advanced filtering, user dashboards.</a:t>
            </a:r>
          </a:p>
          <a:p>
            <a:r>
              <a:t>Real-time chat with message logs and notifications.</a:t>
            </a:r>
          </a:p>
          <a:p>
            <a:r>
              <a:t>Feedback and rating mechanism for improving recommendation accuracy.</a:t>
            </a:r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Literature Survey – Existing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MagicBricks, 99acres rely heavily on static filtering.</a:t>
            </a:r>
          </a:p>
          <a:p>
            <a:r>
              <a:t>No deeper analysis of user interactions or chat sentiment.</a:t>
            </a:r>
          </a:p>
          <a:p>
            <a:r>
              <a:t>Lack of adaptive learning models to enhance recommendations.</a:t>
            </a:r>
          </a:p>
        </p:txBody>
      </p:sp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Literature Survey – AI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Sentiment analysis helps understand user satisfaction.</a:t>
            </a:r>
          </a:p>
          <a:p>
            <a:r>
              <a:t>VADER is effective for short text and real-time feedback.</a:t>
            </a:r>
          </a:p>
          <a:p>
            <a:r>
              <a:t>AI-based ranking increases relevance and reduces search time.</a:t>
            </a:r>
          </a:p>
        </p:txBody>
      </p:sp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Frontend: React.js for responsive UI &amp; dynamic components.</a:t>
            </a:r>
          </a:p>
          <a:p>
            <a:r>
              <a:t>Backend: Spring Boot for secure API handling.</a:t>
            </a:r>
          </a:p>
          <a:p>
            <a:r>
              <a:t>AI Module: Python Flask for ranking and sentiment processing.</a:t>
            </a:r>
          </a:p>
        </p:txBody>
      </p:sp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System Architecture – Backend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Handles authentication, listing management, feedback storage.</a:t>
            </a:r>
          </a:p>
          <a:p>
            <a:r>
              <a:t>REST APIs bridge frontend, backend, and AI module.</a:t>
            </a:r>
          </a:p>
          <a:p>
            <a:r>
              <a:t>Implements data validation, role-based access control.</a:t>
            </a:r>
          </a:p>
        </p:txBody>
      </p:sp>
    </p:spTree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System Architecture – Storage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MySQL stores structured user, listing, and chat data.</a:t>
            </a:r>
          </a:p>
          <a:p>
            <a:r>
              <a:t>Redis provides high-speed caching to reduce latency.</a:t>
            </a:r>
          </a:p>
          <a:p>
            <a:r>
              <a:t>Chat messages stored efficiently for quick retrieval.</a:t>
            </a:r>
          </a:p>
        </p:txBody>
      </p:sp>
    </p:spTree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Module – Ranking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Analyzes listing attributes such as price, locality, amenities.</a:t>
            </a:r>
          </a:p>
          <a:p>
            <a:r>
              <a:t>Processes feedback to refine ranking scores over time.</a:t>
            </a:r>
          </a:p>
          <a:p>
            <a:r>
              <a:t>Uses VADER sentiment model for textual review interpretation.</a:t>
            </a:r>
          </a:p>
        </p:txBody>
      </p:sp>
    </p:spTree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AI Module – Sentiment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Extracts tone of user feedback (positive, negative, neutral).</a:t>
            </a:r>
          </a:p>
          <a:p>
            <a:r>
              <a:t>Helps reorder listings based on satisfaction trends.</a:t>
            </a:r>
          </a:p>
          <a:p>
            <a:r>
              <a:t>Improves recommendation quality with continuous learning.</a:t>
            </a:r>
          </a:p>
        </p:txBody>
      </p:sp>
    </p:spTree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Design Methodology –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Follows Agile model with iterative sprints and rapid prototyping.</a:t>
            </a:r>
          </a:p>
          <a:p>
            <a:r>
              <a:t>Modules developed separately for scalable integration.</a:t>
            </a:r>
          </a:p>
          <a:p>
            <a:r>
              <a:t>Continuous user testing ensures better UX refinement.</a:t>
            </a:r>
          </a:p>
        </p:txBody>
      </p:sp>
    </p:spTree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Design Methodology – Integration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Frontend sends query → Backend processes → AI ranks results.</a:t>
            </a:r>
          </a:p>
          <a:p>
            <a:r>
              <a:t>AI feedback loop updates ranking with new user behavior.</a:t>
            </a:r>
          </a:p>
          <a:p>
            <a:r>
              <a:t>Chat and listing operations run in parallel microservices.</a:t>
            </a:r>
          </a:p>
        </p:txBody>
      </p:sp>
    </p:spTree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Frontend Implementation – 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Search bar with filters for rent, location, room type.</a:t>
            </a:r>
          </a:p>
          <a:p>
            <a:r>
              <a:t>Listing cards showing images, price, amenities, verification.</a:t>
            </a:r>
          </a:p>
          <a:p>
            <a:r>
              <a:t>Responsive dashboard for both renters and property owners.</a:t>
            </a:r>
          </a:p>
        </p:txBody>
      </p:sp>
    </p:spTree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Frontend Implementation – UX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Real-time updates without page reload via React state.</a:t>
            </a:r>
          </a:p>
          <a:p>
            <a:r>
              <a:t>Chat window with scrolling, timestamps, and auto-refresh.</a:t>
            </a:r>
          </a:p>
          <a:p>
            <a:r>
              <a:t>Consistent UI theme for readability and easy navigation.</a:t>
            </a:r>
          </a:p>
        </p:txBody>
      </p:sp>
    </p:spTree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Backend Implementation – Major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JWT-based authentication ensures secure login.</a:t>
            </a:r>
          </a:p>
          <a:p>
            <a:r>
              <a:t>Listing CRUD operations with strict validation rules.</a:t>
            </a:r>
          </a:p>
          <a:p>
            <a:r>
              <a:t>Feedback processing routes data to AI engine.</a:t>
            </a:r>
          </a:p>
        </p:txBody>
      </p:sp>
    </p:spTree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Backend Implementation – Chat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WebSocket-based real-time communication.</a:t>
            </a:r>
          </a:p>
          <a:p>
            <a:r>
              <a:t>Messages stored chronologically for conversation tracking.</a:t>
            </a:r>
          </a:p>
          <a:p>
            <a:r>
              <a:t>Lightweight message caching improves responsiveness.</a:t>
            </a:r>
          </a:p>
        </p:txBody>
      </p:sp>
    </p:spTree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– Unit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JUnit for backend services and API endpoint validation.</a:t>
            </a:r>
          </a:p>
          <a:p>
            <a:r>
              <a:t>React component tests ensure UI elements behave correctly.</a:t>
            </a:r>
          </a:p>
          <a:p>
            <a:r>
              <a:t>Python ranking functions tested with multiple datasets.</a:t>
            </a:r>
          </a:p>
        </p:txBody>
      </p:sp>
    </p:spTree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– Integration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Tests flow between frontend → backend → AI module.</a:t>
            </a:r>
          </a:p>
          <a:p>
            <a:r>
              <a:t>Ranking output validated for correctness and stability.</a:t>
            </a:r>
          </a:p>
          <a:p>
            <a:r>
              <a:t>Database operations checked for consistency and speed.</a:t>
            </a:r>
          </a:p>
        </p:txBody>
      </p:sp>
    </p:spTree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Testing – 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Load testing conducted for high-frequency API calls.</a:t>
            </a:r>
          </a:p>
          <a:p>
            <a:r>
              <a:t>Redis caching reduces average response time significantly.</a:t>
            </a:r>
          </a:p>
          <a:p>
            <a:r>
              <a:t>Chat system tested for prolonged sessions without delay.</a:t>
            </a:r>
          </a:p>
        </p:txBody>
      </p:sp>
    </p:spTree>
  </p:cSld>
  <p:clrMapOvr>
    <a:masterClrMapping/>
  </p:clrMapOvr>
  <p:transition spd="med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Study – Technical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All technologies used are stable and open-source.</a:t>
            </a:r>
          </a:p>
          <a:p>
            <a:r>
              <a:t>Architecture supports future scaling and mobile apps.</a:t>
            </a:r>
          </a:p>
          <a:p>
            <a:r>
              <a:t>Team experienced in React, Java, and Python.</a:t>
            </a:r>
          </a:p>
        </p:txBody>
      </p:sp>
    </p:spTree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Feasibility Study – Operational &amp; Economic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Low maintenance cost due to open-source stack.</a:t>
            </a:r>
          </a:p>
          <a:p>
            <a:r>
              <a:t>Simple UI reduces training and support overhead.</a:t>
            </a:r>
          </a:p>
          <a:p>
            <a:r>
              <a:t>Cloud deployment options keep hosting affordable.</a:t>
            </a:r>
          </a:p>
        </p:txBody>
      </p:sp>
    </p:spTree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The system enhances trust, personalization, and speed.</a:t>
            </a:r>
          </a:p>
          <a:p>
            <a:r>
              <a:t>AI-driven ranking improves user decision-making.</a:t>
            </a:r>
          </a:p>
          <a:p>
            <a:r>
              <a:t>Real-time chat strengthens communication workflow.</a:t>
            </a:r>
          </a:p>
        </p:txBody>
      </p:sp>
    </p:spTree>
  </p:cSld>
  <p:clrMapOvr>
    <a:masterClrMapping/>
  </p:clrMapOvr>
  <p:transition spd="med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Mobile apps, predictive analytics, automated verification.</a:t>
            </a:r>
          </a:p>
          <a:p>
            <a:r>
              <a:t>Payment integration for booking and rent transactions.</a:t>
            </a:r>
          </a:p>
          <a:p>
            <a:r>
              <a:t>Advanced ML models for deeper personalization.</a:t>
            </a:r>
          </a:p>
        </p:txBody>
      </p:sp>
    </p:spTree>
  </p:cSld>
  <p:clrMapOvr>
    <a:masterClrMapping/>
  </p:clrMapOvr>
  <p:transition spd="med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We welcome questions and feedback!</a:t>
            </a:r>
          </a:p>
        </p:txBody>
      </p: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8</TotalTime>
  <Words>947</Words>
  <Application>Microsoft Office PowerPoint</Application>
  <PresentationFormat>On-screen Show (4:3)</PresentationFormat>
  <Paragraphs>162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Century Gothic</vt:lpstr>
      <vt:lpstr>Wingdings 3</vt:lpstr>
      <vt:lpstr>Wisp</vt:lpstr>
      <vt:lpstr>Title Slide</vt:lpstr>
      <vt:lpstr>Agenda</vt:lpstr>
      <vt:lpstr>Introduction – Rental Challenges</vt:lpstr>
      <vt:lpstr>Introduction – Market Need</vt:lpstr>
      <vt:lpstr>Problem Statement – Platform Limitations</vt:lpstr>
      <vt:lpstr>Problem Statement – User Pain Points</vt:lpstr>
      <vt:lpstr>Objectives – Core Aim</vt:lpstr>
      <vt:lpstr>Objectives – Functional Goals</vt:lpstr>
      <vt:lpstr>Project Scope – User Groups</vt:lpstr>
      <vt:lpstr>Project Scope – System Features</vt:lpstr>
      <vt:lpstr>Literature Survey – Existing Platforms</vt:lpstr>
      <vt:lpstr>Literature Survey – AI Techniques</vt:lpstr>
      <vt:lpstr>System Architecture – Overview</vt:lpstr>
      <vt:lpstr>System Architecture – Backend Design</vt:lpstr>
      <vt:lpstr>System Architecture – Storage Layer</vt:lpstr>
      <vt:lpstr>AI Module – Ranking Logic</vt:lpstr>
      <vt:lpstr>AI Module – Sentiment Processing</vt:lpstr>
      <vt:lpstr>Design Methodology – Approach</vt:lpstr>
      <vt:lpstr>Design Methodology – Integration Flow</vt:lpstr>
      <vt:lpstr>Frontend Implementation – Key Components</vt:lpstr>
      <vt:lpstr>Frontend Implementation – UX Enhancements</vt:lpstr>
      <vt:lpstr>Backend Implementation – Major Services</vt:lpstr>
      <vt:lpstr>Backend Implementation – Chat Engine</vt:lpstr>
      <vt:lpstr>Testing – Unit Testing</vt:lpstr>
      <vt:lpstr>Testing – Integration Tests</vt:lpstr>
      <vt:lpstr>Testing – Performance Evaluation</vt:lpstr>
      <vt:lpstr>Feasibility Study – Technical</vt:lpstr>
      <vt:lpstr>Feasibility Study – Operational &amp; Economic</vt:lpstr>
      <vt:lpstr>Conclusion</vt:lpstr>
      <vt:lpstr>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AKSHAT JAIN</cp:lastModifiedBy>
  <cp:revision>4</cp:revision>
  <dcterms:created xsi:type="dcterms:W3CDTF">2013-01-27T09:14:16Z</dcterms:created>
  <dcterms:modified xsi:type="dcterms:W3CDTF">2025-11-20T17:10:06Z</dcterms:modified>
  <cp:category/>
</cp:coreProperties>
</file>